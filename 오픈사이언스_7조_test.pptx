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6"/>
  </p:notesMasterIdLst>
  <p:handoutMasterIdLst>
    <p:handoutMasterId r:id="rId7"/>
  </p:handoutMasterIdLst>
  <p:sldIdLst>
    <p:sldId id="363" r:id="rId5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45" userDrawn="1">
          <p15:clr>
            <a:srgbClr val="A4A3A4"/>
          </p15:clr>
        </p15:guide>
        <p15:guide id="2" pos="302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  <p15:guide id="4" orient="horz" pos="867" userDrawn="1">
          <p15:clr>
            <a:srgbClr val="A4A3A4"/>
          </p15:clr>
        </p15:guide>
        <p15:guide id="5" orient="horz" pos="1230" userDrawn="1">
          <p15:clr>
            <a:srgbClr val="A4A3A4"/>
          </p15:clr>
        </p15:guide>
        <p15:guide id="6" orient="horz" pos="1729" userDrawn="1">
          <p15:clr>
            <a:srgbClr val="A4A3A4"/>
          </p15:clr>
        </p15:guide>
        <p15:guide id="7" pos="17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5984" autoAdjust="0"/>
  </p:normalViewPr>
  <p:slideViewPr>
    <p:cSldViewPr snapToGrid="0">
      <p:cViewPr>
        <p:scale>
          <a:sx n="100" d="100"/>
          <a:sy n="100" d="100"/>
        </p:scale>
        <p:origin x="196" y="-172"/>
      </p:cViewPr>
      <p:guideLst>
        <p:guide orient="horz" pos="3045"/>
        <p:guide pos="302"/>
        <p:guide orient="horz" pos="3168"/>
        <p:guide orient="horz" pos="867"/>
        <p:guide orient="horz" pos="1230"/>
        <p:guide orient="horz" pos="1729"/>
        <p:guide pos="17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+mj-lt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893A7-208D-49A2-ADF3-6D51FF1E3A67}" type="datetime1">
              <a:rPr lang="ko-KR" altLang="en-US" smtClean="0">
                <a:latin typeface="+mj-lt"/>
              </a:rPr>
              <a:t>2025-11-10</a:t>
            </a:fld>
            <a:endParaRPr lang="ko-KR" altLang="en-US" dirty="0">
              <a:latin typeface="+mj-lt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+mj-lt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6C9CB7-07FF-4D57-AB49-9C3B8C50138F}" type="slidenum">
              <a:rPr lang="en-US" altLang="ko-KR" smtClean="0">
                <a:latin typeface="+mj-lt"/>
              </a:rPr>
              <a:t>‹#›</a:t>
            </a:fld>
            <a:endParaRPr lang="ko-KR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397970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888382B4-BA11-4387-BBF0-6A871BD5BB3D}" type="datetime1">
              <a:rPr lang="ko-KR" altLang="en-US" smtClean="0"/>
              <a:pPr/>
              <a:t>2025-11-10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D5939589-3E79-4C82-AA4A-FE78234FAA59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2FCF8-B72A-4C6B-0F53-C1267A588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CD5DB3-8E4D-7264-E449-5172708B3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1BB389-DCE7-C989-10A2-51A5387B9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6B0906-1AB8-60AD-A933-F136044F8B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ko-KR" smtClean="0">
                <a:latin typeface="+mj-ea"/>
                <a:ea typeface="+mj-ea"/>
              </a:rPr>
              <a:t>1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45095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l">
              <a:defRPr sz="6000" b="1" i="0" cap="all" baseline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cxnSp>
        <p:nvCxnSpPr>
          <p:cNvPr id="11" name="직선 연결선(S)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8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2 슬라이드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8" y="594360"/>
            <a:ext cx="6272784" cy="2843784"/>
          </a:xfrm>
        </p:spPr>
        <p:txBody>
          <a:bodyPr rtlCol="0" anchor="b"/>
          <a:lstStyle>
            <a:lvl1pPr algn="l">
              <a:defRPr sz="5400" b="1" i="0" cap="all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1848" y="4700016"/>
            <a:ext cx="5093208" cy="1197864"/>
          </a:xfrm>
        </p:spPr>
        <p:txBody>
          <a:bodyPr rtlCol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id="{8E825845-66DD-4B77-A729-CD97D156FE6C}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그래픽 12">
            <a:extLst>
              <a:ext uri="{FF2B5EF4-FFF2-40B4-BE49-F238E27FC236}">
                <a16:creationId xmlns:a16="http://schemas.microsoft.com/office/drawing/2014/main" id="{818B4386-1FCF-4ACE-BE25-AF9CC5E2256F}"/>
              </a:ext>
            </a:extLst>
          </p:cNvPr>
          <p:cNvSpPr/>
          <p:nvPr userDrawn="1"/>
        </p:nvSpPr>
        <p:spPr>
          <a:xfrm>
            <a:off x="82177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그래픽 13">
            <a:extLst>
              <a:ext uri="{FF2B5EF4-FFF2-40B4-BE49-F238E27FC236}">
                <a16:creationId xmlns:a16="http://schemas.microsoft.com/office/drawing/2014/main" id="{19319560-50ED-4963-A2CF-74663239D426}"/>
              </a:ext>
            </a:extLst>
          </p:cNvPr>
          <p:cNvSpPr/>
          <p:nvPr userDrawn="1"/>
        </p:nvSpPr>
        <p:spPr>
          <a:xfrm>
            <a:off x="78590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그래픽 15">
            <a:extLst>
              <a:ext uri="{FF2B5EF4-FFF2-40B4-BE49-F238E27FC236}">
                <a16:creationId xmlns:a16="http://schemas.microsoft.com/office/drawing/2014/main" id="{E5ABBDAD-943D-48F3-9C80-B29C48966C79}"/>
              </a:ext>
            </a:extLst>
          </p:cNvPr>
          <p:cNvSpPr/>
          <p:nvPr userDrawn="1"/>
        </p:nvSpPr>
        <p:spPr>
          <a:xfrm>
            <a:off x="78434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만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그림 개체 틀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rtlCol="0" anchor="b"/>
          <a:lstStyle>
            <a:lvl1pPr algn="r">
              <a:defRPr sz="6000" b="1" cap="all" spc="4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직함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8DA9DAA-006C-4F4B-980E-E3DF019B24E2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cxnSp>
        <p:nvCxnSpPr>
          <p:cNvPr id="14" name="직선 연결선(S)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8"/>
            <a:ext cx="5833872" cy="3118104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11" name="그래픽 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그래픽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그래픽 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rtlCol="0" anchor="b"/>
          <a:lstStyle>
            <a:lvl1pPr>
              <a:defRPr sz="5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6190488" cy="3346704"/>
          </a:xfrm>
        </p:spPr>
        <p:txBody>
          <a:bodyPr rtlCol="0"/>
          <a:lstStyle>
            <a:lvl1pPr marL="0" indent="0">
              <a:lnSpc>
                <a:spcPct val="110000"/>
              </a:lnSpc>
              <a:buNone/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685800"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/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 rtlCol="0"/>
          <a:lstStyle>
            <a:lvl1pPr>
              <a:defRPr baseline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8DA9DAA-006C-4F4B-980E-E3DF019B24E2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그래픽 10">
            <a:extLst>
              <a:ext uri="{FF2B5EF4-FFF2-40B4-BE49-F238E27FC236}">
                <a16:creationId xmlns:a16="http://schemas.microsoft.com/office/drawing/2014/main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그래픽 11">
            <a:extLst>
              <a:ext uri="{FF2B5EF4-FFF2-40B4-BE49-F238E27FC236}">
                <a16:creationId xmlns:a16="http://schemas.microsoft.com/office/drawing/2014/main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구역 머리글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040"/>
            <a:ext cx="9144000" cy="2340864"/>
          </a:xfrm>
        </p:spPr>
        <p:txBody>
          <a:bodyPr rtlCol="0" anchor="b">
            <a:normAutofit/>
          </a:bodyPr>
          <a:lstStyle>
            <a:lvl1pPr algn="ctr">
              <a:defRPr sz="6000" b="1" i="0" cap="all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4" name="그래픽 12">
            <a:extLst>
              <a:ext uri="{FF2B5EF4-FFF2-40B4-BE49-F238E27FC236}">
                <a16:creationId xmlns:a16="http://schemas.microsoft.com/office/drawing/2014/main" id="{8A41917E-4B97-447C-98AB-970D625F1DE6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그래픽 13">
            <a:extLst>
              <a:ext uri="{FF2B5EF4-FFF2-40B4-BE49-F238E27FC236}">
                <a16:creationId xmlns:a16="http://schemas.microsoft.com/office/drawing/2014/main" id="{3B3FD238-4561-4AF8-A1F1-185B0CAFE2AC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그래픽 15">
            <a:extLst>
              <a:ext uri="{FF2B5EF4-FFF2-40B4-BE49-F238E27FC236}">
                <a16:creationId xmlns:a16="http://schemas.microsoft.com/office/drawing/2014/main" id="{BAB9414C-AE69-4648-873E-9CE6B2DF8A71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그래픽 22">
            <a:extLst>
              <a:ext uri="{FF2B5EF4-FFF2-40B4-BE49-F238E27FC236}">
                <a16:creationId xmlns:a16="http://schemas.microsoft.com/office/drawing/2014/main" id="{3BF75235-4E6E-4184-82A5-EE6FE7993BB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그래픽 21">
            <a:extLst>
              <a:ext uri="{FF2B5EF4-FFF2-40B4-BE49-F238E27FC236}">
                <a16:creationId xmlns:a16="http://schemas.microsoft.com/office/drawing/2014/main" id="{E66FE37C-2F4B-42DA-BFF6-92DD00BDC49B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그래픽 23">
            <a:extLst>
              <a:ext uri="{FF2B5EF4-FFF2-40B4-BE49-F238E27FC236}">
                <a16:creationId xmlns:a16="http://schemas.microsoft.com/office/drawing/2014/main" id="{DDD38822-731A-48DA-A8A0-FBBAF7A6D65D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248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540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</p:spPr>
        <p:txBody>
          <a:bodyPr rtlCol="0"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</p:spPr>
        <p:txBody>
          <a:bodyPr rtlCol="0"/>
          <a:lstStyle>
            <a:lvl1pPr marL="0" indent="0" algn="l">
              <a:lnSpc>
                <a:spcPct val="110000"/>
              </a:lnSpc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8DA9DAA-006C-4F4B-980E-E3DF019B24E2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cxnSp>
        <p:nvCxnSpPr>
          <p:cNvPr id="7" name="직선 연결선(S)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제목 및 콘텐츠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65125"/>
            <a:ext cx="10771632" cy="1325563"/>
          </a:xfrm>
        </p:spPr>
        <p:txBody>
          <a:bodyPr rtlCol="0"/>
          <a:lstStyle>
            <a:lvl1pPr>
              <a:defRPr sz="5400" b="1" cap="all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직함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825625"/>
            <a:ext cx="10771632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3920" y="841248"/>
            <a:ext cx="3630168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8DA9DAA-006C-4F4B-980E-E3DF019B24E2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9" name="그래픽 22">
            <a:extLst>
              <a:ext uri="{FF2B5EF4-FFF2-40B4-BE49-F238E27FC236}">
                <a16:creationId xmlns:a16="http://schemas.microsoft.com/office/drawing/2014/main" id="{4EADA2ED-8A8C-4D17-8798-F26BF3B4CE25}"/>
              </a:ext>
            </a:extLst>
          </p:cNvPr>
          <p:cNvSpPr/>
          <p:nvPr userDrawn="1"/>
        </p:nvSpPr>
        <p:spPr>
          <a:xfrm>
            <a:off x="11202264" y="344083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그래픽 23">
            <a:extLst>
              <a:ext uri="{FF2B5EF4-FFF2-40B4-BE49-F238E27FC236}">
                <a16:creationId xmlns:a16="http://schemas.microsoft.com/office/drawing/2014/main" id="{54AB3A25-6605-4446-9E53-ACEECD25E27B}"/>
              </a:ext>
            </a:extLst>
          </p:cNvPr>
          <p:cNvSpPr/>
          <p:nvPr userDrawn="1"/>
        </p:nvSpPr>
        <p:spPr>
          <a:xfrm>
            <a:off x="11563141" y="59091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26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두 개의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4752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4848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cxnSp>
        <p:nvCxnSpPr>
          <p:cNvPr id="8" name="직선 연결선(S)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그래픽 15">
            <a:extLst>
              <a:ext uri="{FF2B5EF4-FFF2-40B4-BE49-F238E27FC236}">
                <a16:creationId xmlns:a16="http://schemas.microsoft.com/office/drawing/2014/main" id="{D8685329-C6A1-4CB4-8AAE-150D0341F6A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그래픽 16">
            <a:extLst>
              <a:ext uri="{FF2B5EF4-FFF2-40B4-BE49-F238E27FC236}">
                <a16:creationId xmlns:a16="http://schemas.microsoft.com/office/drawing/2014/main" id="{83CE1DAA-30A3-41AE-8AE1-A7EE5C48A6F3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그래픽 14">
            <a:extLst>
              <a:ext uri="{FF2B5EF4-FFF2-40B4-BE49-F238E27FC236}">
                <a16:creationId xmlns:a16="http://schemas.microsoft.com/office/drawing/2014/main" id="{065162DD-7ACB-4F9C-90DD-24C743035892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528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84848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4848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cxnSp>
        <p:nvCxnSpPr>
          <p:cNvPr id="10" name="직선 연결선(S)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그래픽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그래픽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그래픽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83480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83480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</p:txBody>
      </p:sp>
      <p:cxnSp>
        <p:nvCxnSpPr>
          <p:cNvPr id="10" name="직선 연결선(S)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그래픽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그래픽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그래픽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2D693B15-7265-4478-9579-62FCD5222D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31352" y="1769269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17" name="내용 개체 틀 5">
            <a:extLst>
              <a:ext uri="{FF2B5EF4-FFF2-40B4-BE49-F238E27FC236}">
                <a16:creationId xmlns:a16="http://schemas.microsoft.com/office/drawing/2014/main" id="{48F9E92F-BB16-4896-A47F-6497C3D705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31352" y="2593181"/>
            <a:ext cx="28346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37307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rtlCol="0" anchor="b"/>
          <a:lstStyle>
            <a:lvl1pPr algn="l">
              <a:defRPr sz="5400" b="0" i="0" cap="none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직함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4" y="1801368"/>
            <a:ext cx="4434840" cy="4754880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buNone/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8DA9DAA-006C-4F4B-980E-E3DF019B24E2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cxnSp>
        <p:nvCxnSpPr>
          <p:cNvPr id="7" name="직선 연결선(S)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10" name="그림 개체 틀 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11" name="그림 개체 틀 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그림 개체 틀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32" name="그림 개체 틀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31" name="그림 개체 틀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30" name="그림 개체 틀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</p:spPr>
        <p:txBody>
          <a:bodyPr rtlCol="0" anchor="b"/>
          <a:lstStyle>
            <a:lvl1pPr algn="r">
              <a:defRPr sz="4800" b="1" cap="all" spc="4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8DA9DAA-006C-4F4B-980E-E3DF019B24E2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8" name="그래픽 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그래픽 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그래픽 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" name="직선 연결선(S)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0" y="3127248"/>
            <a:ext cx="5276088" cy="1124712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프레젠테이션 제목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  <p:cxnSp>
        <p:nvCxnSpPr>
          <p:cNvPr id="5" name="직선 연결선(S)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  <p:cxnSp>
        <p:nvCxnSpPr>
          <p:cNvPr id="8" name="직선 연결선(S)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05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  <p:cxnSp>
        <p:nvCxnSpPr>
          <p:cNvPr id="8" name="직선 연결선(S)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7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8DA9DAA-006C-4F4B-980E-E3DF019B24E2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17" r:id="rId3"/>
    <p:sldLayoutId id="2147483710" r:id="rId4"/>
    <p:sldLayoutId id="2147483709" r:id="rId5"/>
    <p:sldLayoutId id="2147483698" r:id="rId6"/>
    <p:sldLayoutId id="2147483713" r:id="rId7"/>
    <p:sldLayoutId id="2147483712" r:id="rId8"/>
    <p:sldLayoutId id="2147483700" r:id="rId9"/>
    <p:sldLayoutId id="2147483701" r:id="rId10"/>
    <p:sldLayoutId id="2147483716" r:id="rId11"/>
    <p:sldLayoutId id="2147483714" r:id="rId12"/>
    <p:sldLayoutId id="2147483715" r:id="rId13"/>
    <p:sldLayoutId id="2147483702" r:id="rId14"/>
    <p:sldLayoutId id="2147483703" r:id="rId15"/>
    <p:sldLayoutId id="2147483704" r:id="rId16"/>
    <p:sldLayoutId id="2147483705" r:id="rId1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B8AA0-591A-7787-6D77-B9EEFD0F0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2">
            <a:extLst>
              <a:ext uri="{FF2B5EF4-FFF2-40B4-BE49-F238E27FC236}">
                <a16:creationId xmlns:a16="http://schemas.microsoft.com/office/drawing/2014/main" id="{290DC45C-006A-5A71-7DEA-F8D1B3FF2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33" y="1952625"/>
            <a:ext cx="6803060" cy="1336791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sz="4400" b="1" cap="all" spc="4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오픈 사이언스 </a:t>
            </a:r>
            <a:r>
              <a:rPr lang="en-US" altLang="ko-KR" sz="4400" b="1" cap="all" spc="4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DB</a:t>
            </a:r>
            <a:r>
              <a:rPr lang="ko-KR" altLang="en-US" sz="4400" b="1" cap="all" spc="4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 </a:t>
            </a:r>
            <a:br>
              <a:rPr lang="en-US" altLang="ko-KR" sz="4400" b="1" cap="all" spc="4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</a:br>
            <a:r>
              <a:rPr lang="ko-KR" altLang="en-US" sz="4400" b="1" cap="all" spc="4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조사 및 실습 발표</a:t>
            </a:r>
            <a:endParaRPr lang="ko-KR" altLang="en-US" sz="4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1279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742"/>
    </mc:Choice>
    <mc:Fallback>
      <p:transition spd="slow" advTm="23742"/>
    </mc:Fallback>
  </mc:AlternateContent>
</p:sld>
</file>

<file path=ppt/theme/theme1.xml><?xml version="1.0" encoding="utf-8"?>
<a:theme xmlns:a="http://schemas.openxmlformats.org/drawingml/2006/main" name="GradientUnivers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113_TF89338750_Win32.potx" id="{700DB809-292A-4B13-B444-555C3CA3BAF9}" vid="{A356E11F-EA95-4991-AC6F-0A9671DA6442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919F73-B6C2-4A43-95E2-833EC48925F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ABC329F5-30EE-4BF7-AA2A-B837B5141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{8F4EF885-4002-4B7B-AA89-E2CAA14AC6AB}TF54b766f8-63ee-43b7-9d15-113a5f3050289d8de300_win32-8e093e5e8a85</Template>
  <TotalTime>10906</TotalTime>
  <Words>9</Words>
  <Application>Microsoft Office PowerPoint</Application>
  <PresentationFormat>와이드스크린</PresentationFormat>
  <Paragraphs>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LG Smart UI Bold</vt:lpstr>
      <vt:lpstr>맑은 고딕</vt:lpstr>
      <vt:lpstr>Arial</vt:lpstr>
      <vt:lpstr>GradientUnivers</vt:lpstr>
      <vt:lpstr>오픈 사이언스 DB  조사 및 실습 발표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[1학년 7반]남윤아</dc:creator>
  <cp:lastModifiedBy>[1학년 7반]남윤아</cp:lastModifiedBy>
  <cp:revision>465</cp:revision>
  <dcterms:created xsi:type="dcterms:W3CDTF">2025-10-29T23:33:00Z</dcterms:created>
  <dcterms:modified xsi:type="dcterms:W3CDTF">2025-11-12T05:53:42Z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